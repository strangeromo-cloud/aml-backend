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that hits even one 30%-PPV hard rule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— by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within 24h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ANY 1 high-precision rule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2871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/ business country mismatch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/ invoice-origin mismatch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scope ≠ category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Fake-invoice indicators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983480"/>
            <a:ext cx="2962656" cy="868680"/>
          </a:xfrm>
          <a:prstGeom prst="roundRect">
            <a:avLst>
              <a:gd name="adj" fmla="val 10526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5029200"/>
            <a:ext cx="2688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straight to T1: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100%-accuracy checks — a single confirmed hit is high-confidence.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828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3148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18988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18988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within 3 days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3148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3148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Vendor-level signal only (no hard hit)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13148" y="3611880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vendor-level behavioral signal: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4588" y="4023360"/>
            <a:ext cx="28712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(split payments)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surge (new vendor)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high-precision hits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29016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03336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0917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409176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ranking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403336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03336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or behavioral hit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403336" y="3611880"/>
            <a:ext cx="29626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the existing weighted score — Vendor / Payment / Reasonableness — to rank a batch and review the top 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/ 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&amp; Learn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· discover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score &amp; rank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23960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 → learning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PPV ok?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4692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observing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new signal / adjust tier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gated by statistical calibration + human approval.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2026-06-03T06:52:57Z</dcterms:created>
  <dcterms:modified xsi:type="dcterms:W3CDTF">2026-06-03T06:52:57Z</dcterms:modified>
</cp:coreProperties>
</file>