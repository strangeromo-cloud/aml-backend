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Risk Identification System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Score to Tiered Alerts + Self-Evolution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Walkthrough for the Legal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rare few among massive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/ 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~3.65M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laundering cases / year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rate ≈ 1 in 400,000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high-precision rule hits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real laundering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industry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every laundering case is neither achievable nor verifiable (fewer than 10 samples a year makes traditional ML unworkable).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goal: make the limited number Legal can review each day as high-value as possible.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PRODUCT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overall score to tiered alerts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LOGIC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score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40% + Payment 35% + Reasonableness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0–100 score, ranked High / Medium / Low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get diluted by averaging: a payment hitting 2 hard rules (30% PPV each) is averaged down by normal dimensions — it sinks in the queue and may never be seen.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reuses the existing scoring logic.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jump out of the averaging pool — a hit sets the tier and goes straight to the top.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DETECTS · 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points, one loop that keeps improving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 · Payment-level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payment hits a hard rule: country mismatch, fake invoice, business ≠ category…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B · Vendor-level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only across payments: structuring, payment surges, repeated hits…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entries merge into one unified alert list for Legal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Decision</a:t>
            </a:r>
            <a:endParaRPr lang="en-US" sz="12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review is captured to recalibrate who to look at and how urgently — the system keeps getting sharper.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payment flows through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148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12064" y="2148840"/>
            <a:ext cx="1444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In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~10K / day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011680" y="260604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86000" y="21488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40864" y="2148840"/>
            <a:ext cx="1581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entry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977640" y="260604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74820" y="1988820"/>
            <a:ext cx="1417320" cy="1234440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74820" y="1988820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96712" y="2606040"/>
            <a:ext cx="29260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40680" y="182880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21488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44184" y="2148840"/>
            <a:ext cx="1581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680960" y="260604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023860" y="1988820"/>
            <a:ext cx="1417320" cy="1234440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23860" y="1988820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laundering?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606040"/>
            <a:ext cx="265176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10928" y="214884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65792" y="2148840"/>
            <a:ext cx="16733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&amp; Learn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· discover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983480" y="3227832"/>
            <a:ext cx="0" cy="978408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74920" y="32461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8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23360" y="420624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69080" y="420624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score &amp; rank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32520" y="3227832"/>
            <a:ext cx="0" cy="978408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823960" y="3246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/ No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4206240"/>
            <a:ext cx="1920240" cy="777240"/>
          </a:xfrm>
          <a:prstGeom prst="roundRect">
            <a:avLst>
              <a:gd name="adj" fmla="val 11765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18120" y="420624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recorded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feeds learning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602468" y="3063240"/>
            <a:ext cx="0" cy="2971800"/>
          </a:xfrm>
          <a:prstGeom prst="line">
            <a:avLst/>
          </a:prstGeom>
          <a:noFill/>
          <a:ln w="20320">
            <a:solidFill>
              <a:srgbClr val="1BA39C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3131820" y="6035040"/>
            <a:ext cx="7470648" cy="0"/>
          </a:xfrm>
          <a:prstGeom prst="line">
            <a:avLst/>
          </a:prstGeom>
          <a:noFill/>
          <a:ln w="20320">
            <a:solidFill>
              <a:srgbClr val="1BA39C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131820" y="3063240"/>
            <a:ext cx="0" cy="2971800"/>
          </a:xfrm>
          <a:prstGeom prst="line">
            <a:avLst/>
          </a:prstGeom>
          <a:noFill/>
          <a:ln w="20320">
            <a:solidFill>
              <a:srgbClr val="1BA39C"/>
            </a:solidFill>
            <a:prstDash val="dash"/>
            <a:headEnd type="triangle"/>
          </a:ln>
        </p:spPr>
      </p:sp>
      <p:sp>
        <p:nvSpPr>
          <p:cNvPr id="33" name="Text 31"/>
          <p:cNvSpPr/>
          <p:nvPr/>
        </p:nvSpPr>
        <p:spPr>
          <a:xfrm>
            <a:off x="3383280" y="54406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validated signals &amp; recalibrated PPV adjust tiering, gated by calibration + human approval.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INNOVATIONS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an evolving assistant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 Agent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86968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multi-source evidence (Qichacha / Tianyancha / Dow Jones) cuts each case from an hour to minutes; humans make the final call.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654296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new signals not yet in the rule set — but they enter only as candidates, taking effect after calibration + approval.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Ledger + Calibration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21624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is promoted / demoted by its real hit rate, not gut feel; every change is auditable.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SELF-EVOLUTION (HERMES AGENT)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discovers new risks — but tiering stays gated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used to be predefined by Legal from experience; now the agent proposes new hypotheses from accumulated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recurring new patterns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Candidacy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pending, observe first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Calibration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real hit rate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only after sign-off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bottom line: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 may only propose hypotheses — never silently change alert tiers. Any change affecting tiering must pass auditable statistical calibration + human approval.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high-value alerts, and keep getting sharper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replace the overall score (strong signals no longer diluted), two entry points cover single- and cross-payment tactics, AI speeds up investigation, and self-evolution surfaces new risks — with every tiering change inside an auditable gate of statistical calibration + human approval.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LEGAL TEAM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no more needle in a haystack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comes with a 'why', easy to explain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&amp; auditable — stands up to regulators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you do makes the system sharper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sources (Qichacha / Tianyancha / Dow Jones) · deploy the Hermes Agent framework · integrate the payment system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 · company payment data is synthetic; external data sources / Hermes framework / payment hold are pending integration.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Payment Risk System · Legal Edition</dc:title>
  <dc:subject>PptxGenJS Presentation</dc:subject>
  <dc:creator>PptxGenJS</dc:creator>
  <cp:lastModifiedBy>PptxGenJS</cp:lastModifiedBy>
  <cp:revision>1</cp:revision>
  <dcterms:created xsi:type="dcterms:W3CDTF">2026-06-03T02:46:41Z</dcterms:created>
  <dcterms:modified xsi:type="dcterms:W3CDTF">2026-06-03T02:46:41Z</dcterms:modified>
</cp:coreProperties>
</file>