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Risk Identification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Walkthrough for the Legal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hitting 2 hard rules (30% PPV each)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payment flows through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965960" cy="233172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542032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734056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45643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Payments In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385876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~10K/day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Ariba · LGAP · S4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176" y="3323844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830068" y="2286000"/>
            <a:ext cx="1965960" cy="233172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424428" y="2542032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6452" y="2734056"/>
            <a:ext cx="393192" cy="3931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921508" y="345643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Detect + Tier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2921508" y="385876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entry →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/ T2 / T3</a:t>
            </a:r>
            <a:endParaRPr lang="en-US" sz="10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604" y="3323844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111496" y="2286000"/>
            <a:ext cx="1965960" cy="233172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5705856" y="2542032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880" y="2734056"/>
            <a:ext cx="393192" cy="3931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202936" y="345643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Investigate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5202936" y="385876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multi-source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</a:t>
            </a:r>
            <a:endParaRPr lang="en-US" sz="10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3323844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392924" y="2286000"/>
            <a:ext cx="1965960" cy="233172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7987284" y="2542032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9308" y="2734056"/>
            <a:ext cx="393192" cy="39319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484364" y="345643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Confirm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7484364" y="385876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reviews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decides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5460" y="3323844"/>
            <a:ext cx="256032" cy="256032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674352" y="2286000"/>
            <a:ext cx="1965960" cy="233172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9" name="Shape 19"/>
          <p:cNvSpPr/>
          <p:nvPr/>
        </p:nvSpPr>
        <p:spPr>
          <a:xfrm>
            <a:off x="10268712" y="2542032"/>
            <a:ext cx="777240" cy="7772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60736" y="2734056"/>
            <a:ext cx="393192" cy="39319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9765792" y="345643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Evolve</a:t>
            </a:r>
            <a:endParaRPr lang="en-US" sz="1400" dirty="0"/>
          </a:p>
        </p:txBody>
      </p:sp>
      <p:sp>
        <p:nvSpPr>
          <p:cNvPr id="32" name="Text 21"/>
          <p:cNvSpPr/>
          <p:nvPr/>
        </p:nvSpPr>
        <p:spPr>
          <a:xfrm>
            <a:off x="9765792" y="3858768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PPV ·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new signals</a:t>
            </a:r>
            <a:endParaRPr lang="en-US" sz="1050" dirty="0"/>
          </a:p>
        </p:txBody>
      </p:sp>
      <p:sp>
        <p:nvSpPr>
          <p:cNvPr id="33" name="Shape 22"/>
          <p:cNvSpPr/>
          <p:nvPr/>
        </p:nvSpPr>
        <p:spPr>
          <a:xfrm>
            <a:off x="548640" y="50749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841248" y="5358384"/>
            <a:ext cx="310896" cy="310896"/>
          </a:xfrm>
          <a:prstGeom prst="rect">
            <a:avLst/>
          </a:prstGeom>
        </p:spPr>
      </p:pic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8448" y="5349240"/>
            <a:ext cx="329184" cy="329184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783080" y="512064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loop: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confirmation recalibrates tiering and promotes validated new signals — all gated by statistical calibration + human approval.</a:t>
            </a:r>
            <a:endParaRPr lang="en-US" sz="1300" dirty="0"/>
          </a:p>
        </p:txBody>
      </p:sp>
      <p:sp>
        <p:nvSpPr>
          <p:cNvPr id="37" name="Text 2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25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INNOVATIONS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 Agent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multi-source evidence (Qichacha / Tianyancha / Dow Jones) cuts each case from an hour to minutes; humans make the final call.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54296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new signals not yet in the rule set — but they enter only as candidates, taking effect after calibration + approval.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Ledger + Calibration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21624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is promoted / demoted by its real hit rate, not gut feel; every change is auditable.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discovers new risks — 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PptxGenJS</cp:lastModifiedBy>
  <cp:revision>1</cp:revision>
  <dcterms:created xsi:type="dcterms:W3CDTF">2026-06-03T02:33:53Z</dcterms:created>
  <dcterms:modified xsi:type="dcterms:W3CDTF">2026-06-03T02:33:53Z</dcterms:modified>
</cp:coreProperties>
</file>