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-2194560"/>
            <a:ext cx="5943600" cy="5943600"/>
          </a:xfrm>
          <a:prstGeom prst="ellipse">
            <a:avLst/>
          </a:prstGeom>
          <a:solidFill>
            <a:srgbClr val="37B7A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2377440"/>
            <a:ext cx="4572000" cy="4572000"/>
          </a:xfrm>
          <a:prstGeom prst="ellipse">
            <a:avLst/>
          </a:prstGeom>
          <a:solidFill>
            <a:srgbClr val="1BA39C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E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hitting 2 hard rules (30% PPV each)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E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E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16384A"/>
          </a:solidFill>
          <a:ln w="12700">
            <a:solidFill>
              <a:srgbClr val="29516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95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AE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BA39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2286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41648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9776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40416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6248" y="39776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0857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4544568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60857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56248" y="4544568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5486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9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2026-06-03T02:04:00Z</dcterms:created>
  <dcterms:modified xsi:type="dcterms:W3CDTF">2026-06-03T02:04:00Z</dcterms:modified>
</cp:coreProperties>
</file>