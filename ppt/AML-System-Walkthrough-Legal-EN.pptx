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Risk Identification System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611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Single Score to Tiered Alerts + Self-Evolution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Walkthrough for the Legal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 WE 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rare few among massive payments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/ day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~3.65M per 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laundering cases / year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rate ≈ 1 in 400,000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high-precision rule hits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real laundering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rare industry edge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every laundering case is neither achievable nor verifiable (fewer than 10 samples a year makes traditional ML unworkable).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goal: make the limited number Legal can review each day as high-value as possible.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PRODUCT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overall score to tiered alerts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LOGIC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weighted score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40% + Payment 35% + Reasonableness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 0–100 score, ranked High / Medium / Low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get diluted by averaging: a payment hitting 2 hard rules (30% PPV each) is averaged down by normal dimensions — it sinks in the queue and may never be seen.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review within 24h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· review within 3 days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· batch ranking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reuses the existing scoring logic.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signals jump out of the averaging pool — a hit sets the tier and goes straight to the top.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DETECTS · HOW IT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entry points, one loop that keeps improving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A · Payment-level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payment hits a hard rule: country mismatch, fake invoice, business ≠ category…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B · Vendor-level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only across payments: structuring, payment surges, repeated hits…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entries merge into one unified alert list for Legal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+ Tier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Decision</a:t>
            </a:r>
            <a:endParaRPr lang="en-US" sz="12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review is captured to recalibrate who to look at and how urgently — the system keeps getting sharper.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INNOVATIONS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static rules to an evolving assistant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Investigation Agent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86968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multi-source evidence (Qichacha / Tianyancha / Dow Jones) cuts each case from an hour to minutes; humans make the final call.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654296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new signals not yet in the rule set — but they enter only as candidates, taking effect after calibration + approval.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Ledger + Calibration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21624" y="429768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signal is promoted / demoted by its real hit rate, not gut feel; every change is auditable.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· SELF-EVOLUTION (HERMES AGENT)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discovers new risks — but tiering stays gated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used to be predefined by Legal from experience; now the agent proposes new hypotheses from accumulated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Discovers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recurring new patterns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Candidacy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pending, observe first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Calibration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real hit rate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only after sign-off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bottom line: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self-evolution may only propose hypotheses — never silently change alert tiers. Any change affecting tiering must pass auditable statistical calibration + human approval.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Payment Risk Identification System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high-value alerts, and keep getting sharper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alerts replace the overall score (strong signals no longer diluted), two entry points cover single- and cross-payment tactics, AI speeds up investigation, and self-evolution surfaces new risks — with every tiering change inside an auditable gate of statistical calibration + human approval.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LEGAL TEAM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— no more needle in a haystack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comes with a 'why', easy to explain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&amp; auditable — stands up to regulators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you do makes the system sharper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sources (Qichacha / Tianyancha / Dow Jones) · deploy the Hermes Agent framework · integrate the payment system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 · company payment data is synthetic; external data sources / Hermes framework / payment hold are pending integration.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Payment Risk System · Legal Edition</dc:title>
  <dc:subject>PptxGenJS Presentation</dc:subject>
  <dc:creator>PptxGenJS</dc:creator>
  <cp:lastModifiedBy>PptxGenJS</cp:lastModifiedBy>
  <cp:revision>1</cp:revision>
  <dcterms:created xsi:type="dcterms:W3CDTF">2026-06-03T02:30:10Z</dcterms:created>
  <dcterms:modified xsi:type="dcterms:W3CDTF">2026-06-03T02:30:10Z</dcterms:modified>
</cp:coreProperties>
</file>