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A39C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194560"/>
            <a:ext cx="5943600" cy="5943600"/>
          </a:xfrm>
          <a:prstGeom prst="ellipse">
            <a:avLst/>
          </a:prstGeom>
          <a:solidFill>
            <a:srgbClr val="37B7A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2377440"/>
            <a:ext cx="4572000" cy="4572000"/>
          </a:xfrm>
          <a:prstGeom prst="ellipse">
            <a:avLst/>
          </a:prstGeom>
          <a:solidFill>
            <a:srgbClr val="1BA39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2194560" cy="1005840"/>
          </a:xfrm>
          <a:prstGeom prst="rect">
            <a:avLst>
              <a:gd name="adj" fmla="val 18182"/>
            </a:avLst>
          </a:prstGeom>
          <a:solidFill>
            <a:srgbClr val="1BA39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2C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付款风险识别系统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从「整体评分」到「分级告警 + 自我进化」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2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面向法务团队的系统讲解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我们面对的现实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海量付款里，找极少数的洗钱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 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907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笔付款 / 每天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419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全年约 365 万笔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907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起真实洗钱 / 每年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7136" y="3419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阳性率约 1/40 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66176" y="20116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8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84464" y="2907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高精度规则命中后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确实是洗钱 (PPV)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84464" y="3419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行业稀缺优势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02C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做不到、也无法验证「识别所有洗钱」（一年凑不出 10 个样本，传统机器学习不可行）。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目标改为：让法务每天能审的那几十笔，含金量最高。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产品形态的核心转变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从「算一个总分」到「分级告警」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原有逻辑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整体加权评分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供应商分 × 40% + 付款分 × 35% + 合理性 × 25%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算一个 0–100 总分，按高/中/低排序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2519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强信号被「平均」稀释：一笔命中 2 条 30% 命中率硬规则的付款，被其它正常维度一平均就沉底、可能没人看。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611880"/>
            <a:ext cx="566928" cy="5669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65392" y="18288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102C3A"/>
          </a:solidFill>
          <a:ln/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85432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新形态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85432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 (Tier)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85432" y="2971800"/>
            <a:ext cx="868680" cy="502920"/>
          </a:xfrm>
          <a:prstGeom prst="rect">
            <a:avLst>
              <a:gd name="adj" fmla="val 14545"/>
            </a:avLst>
          </a:prstGeom>
          <a:solidFill>
            <a:srgbClr val="D84B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882128" y="2971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 · 24 小时内复核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85432" y="3630168"/>
            <a:ext cx="868680" cy="502920"/>
          </a:xfrm>
          <a:prstGeom prst="rect">
            <a:avLst>
              <a:gd name="adj" fmla="val 14545"/>
            </a:avLst>
          </a:prstGeom>
          <a:solidFill>
            <a:srgbClr val="C986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82128" y="36301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· 3 天内复核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85432" y="4288536"/>
            <a:ext cx="868680" cy="502920"/>
          </a:xfrm>
          <a:prstGeom prst="rect">
            <a:avLst>
              <a:gd name="adj" fmla="val 14545"/>
            </a:avLst>
          </a:prstGeom>
          <a:solidFill>
            <a:srgbClr val="5D8AA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882128" y="42885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· 批量排序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85432" y="5166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强信号「跳出」平均池，命中即定级、直接置顶。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怎么发现 · 怎么运转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两个入口，一个越用越准的闭环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A · 付款级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单笔命中硬规则：国家不一致、虚假发票、业务≠品类…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4FAFB"/>
          </a:solidFill>
          <a:ln w="1270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011680"/>
            <a:ext cx="548640" cy="548640"/>
          </a:xfrm>
          <a:prstGeom prst="ellipse">
            <a:avLst/>
          </a:prstGeom>
          <a:solidFill>
            <a:srgbClr val="C986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B · 供应商级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聚合多笔才看得出：拆分付款、付款突增、多次命中…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两入口合并成法务的一份统一告警清单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160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840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检测+定级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416052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33756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538728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41605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14800" y="3840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416052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2648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327648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16052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03720" y="3840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法务裁决</a:t>
            </a:r>
            <a:endParaRPr lang="en-US" sz="14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224" y="4160520"/>
            <a:ext cx="237744" cy="237744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891540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CE8E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2A">
                <a:alpha val="16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9116568" y="4069080"/>
            <a:ext cx="457200" cy="457200"/>
          </a:xfrm>
          <a:prstGeom prst="ellipse">
            <a:avLst/>
          </a:prstGeom>
          <a:solidFill>
            <a:srgbClr val="F4FAFB"/>
          </a:solidFill>
          <a:ln w="16510">
            <a:solidFill>
              <a:srgbClr val="1BA39C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8008" y="416052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92640" y="38404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4FAFB"/>
          </a:solidFill>
          <a:ln w="15240">
            <a:solidFill>
              <a:srgbClr val="1BA39C"/>
            </a:solidFill>
            <a:prstDash val="dash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12080"/>
            <a:ext cx="411480" cy="41148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17320" y="50292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回流校准：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法务每一次复核都被结构化沉淀，反过来校准「该看谁、多急」—— 系统越用越准。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3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三个核心创新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从「静态规则」走向「会进化的助手」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16384A"/>
          </a:solidFill>
          <a:ln w="12700">
            <a:solidFill>
              <a:srgbClr val="2951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67004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0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95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调查 Agent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6968" y="4069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自动多源取证（企查查/天眼查/Dow Jones），把每件调查从 1 小时压到几分钟；人做最终判断。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15968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16384A"/>
          </a:solidFill>
          <a:ln w="12700">
            <a:solidFill>
              <a:srgbClr val="2951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36008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670048"/>
            <a:ext cx="466344" cy="4663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01968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95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636008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4296" y="4069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从已确认案例中发现规则集里还没有的新信号 —— 但只能进「候选」，须校准+审批才生效。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83296" y="2148840"/>
            <a:ext cx="3474720" cy="3383280"/>
          </a:xfrm>
          <a:prstGeom prst="roundRect">
            <a:avLst>
              <a:gd name="adj" fmla="val 3784"/>
            </a:avLst>
          </a:prstGeom>
          <a:solidFill>
            <a:srgbClr val="16384A"/>
          </a:solidFill>
          <a:ln w="12700">
            <a:solidFill>
              <a:srgbClr val="29516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03336" y="2468880"/>
            <a:ext cx="868680" cy="8686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670048"/>
            <a:ext cx="466344" cy="4663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69296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951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403336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信号台账 + 校准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21624" y="40690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C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每个信号靠真实命中率自动升级/降级，不靠拍脑袋；所有变更可审计。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A3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重点创新 · 自我进化（Hermes Agent）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系统自己「发现」新风险，但分级仍需把关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过去信号全靠法务凭经验预先定义；现在 Agent 从积累的案例中主动提出新假设。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1BA3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87168"/>
            <a:ext cx="640080" cy="640080"/>
          </a:xfrm>
          <a:prstGeom prst="ellipse">
            <a:avLst/>
          </a:prstGeom>
          <a:solidFill>
            <a:srgbClr val="1BA39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6151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发现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358444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学出反复出现的新模式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30632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C986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2487168"/>
            <a:ext cx="640080" cy="640080"/>
          </a:xfrm>
          <a:prstGeom prst="ellipse">
            <a:avLst/>
          </a:prstGeom>
          <a:solidFill>
            <a:srgbClr val="C9861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6151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进入候选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447288" y="358444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标记待验证、先观察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063240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2648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5D8AA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040880" y="2487168"/>
            <a:ext cx="640080" cy="640080"/>
          </a:xfrm>
          <a:prstGeom prst="ellipse">
            <a:avLst/>
          </a:prstGeom>
          <a:solidFill>
            <a:srgbClr val="5D8AA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6151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统计校准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236208" y="358444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用真实命中率验证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3063240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15400" y="22860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4FAFB"/>
          </a:solidFill>
          <a:ln w="19050">
            <a:solidFill>
              <a:srgbClr val="22875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829800" y="2487168"/>
            <a:ext cx="640080" cy="640080"/>
          </a:xfrm>
          <a:prstGeom prst="ellipse">
            <a:avLst/>
          </a:prstGeom>
          <a:solidFill>
            <a:srgbClr val="22875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615184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9025128" y="3584448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委员会签字才生效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F6E8"/>
          </a:solidFill>
          <a:ln w="15240">
            <a:solidFill>
              <a:srgbClr val="F0D8A8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864608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46177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986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合规底线：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自我进化只能「发现假设」，绝不能黑盒改告警等级。任何影响分级的变更，都必须经过可审计的统计校准 + 人工审批。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AML 付款风险识别系统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A39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BA39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把高价值告警顶上来，让系统越用越准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分级告警替代整体评分（强信号不再被稀释），双入口覆盖单笔与跨笔手法，AI 调查提效，自我进化发现新风险 —— 所有分级变更都在「统计校准 + 人工审批」的可审计闸门内。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B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对法务团队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959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一份排好序的清单，不再大海捞针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9592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56248" y="3931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每笔都附「为什么」，便于解释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6285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2688" y="4498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 · 可审计，经得起监管追问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5628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6248" y="4498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B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你的每次复核都在让系统更准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2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后续对接：真实数据源（企查查/天眼查/Dow Jones）· 部署 Hermes Agent 框架 · 接入付款系统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2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原型演示 · 公司付款数据为合成数据，外部数据源 / Hermes 框架 / 付款冻结为待对接项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付款风险识别系统 · 法务版</dc:title>
  <dc:subject>PptxGenJS Presentation</dc:subject>
  <dc:creator>PptxGenJS</dc:creator>
  <cp:lastModifiedBy>PptxGenJS</cp:lastModifiedBy>
  <cp:revision>1</cp:revision>
  <dcterms:created xsi:type="dcterms:W3CDTF">2026-06-02T10:48:15Z</dcterms:created>
  <dcterms:modified xsi:type="dcterms:W3CDTF">2026-06-02T10:48:15Z</dcterms:modified>
</cp:coreProperties>
</file>